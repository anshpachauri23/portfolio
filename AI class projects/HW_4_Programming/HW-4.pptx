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56" r:id="rId2"/>
    <p:sldId id="366" r:id="rId3"/>
    <p:sldId id="367" r:id="rId4"/>
    <p:sldId id="368" r:id="rId5"/>
    <p:sldId id="3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o, Wei-Lun" initials="CW" lastIdx="1" clrIdx="0">
    <p:extLst>
      <p:ext uri="{19B8F6BF-5375-455C-9EA6-DF929625EA0E}">
        <p15:presenceInfo xmlns:p15="http://schemas.microsoft.com/office/powerpoint/2012/main" userId="S-1-5-21-2978849671-3447107804-1146194034-25559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92A76-F21C-4D14-BF60-C00CEA0FBC95}" v="73" dt="2022-11-21T15:20:26.729"/>
    <p1510:client id="{B7AA4C78-A51A-B44D-8CB9-70D87E8D82FD}" v="16" dt="2022-11-21T20:19:39.8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1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rault, Andrew" userId="c3796300-6156-40c2-b244-25e7c7215e55" providerId="ADAL" clId="{B7AA4C78-A51A-B44D-8CB9-70D87E8D82FD}"/>
    <pc:docChg chg="modSld">
      <pc:chgData name="Perrault, Andrew" userId="c3796300-6156-40c2-b244-25e7c7215e55" providerId="ADAL" clId="{B7AA4C78-A51A-B44D-8CB9-70D87E8D82FD}" dt="2022-11-21T20:19:39.832" v="15" actId="20577"/>
      <pc:docMkLst>
        <pc:docMk/>
      </pc:docMkLst>
      <pc:sldChg chg="modSp">
        <pc:chgData name="Perrault, Andrew" userId="c3796300-6156-40c2-b244-25e7c7215e55" providerId="ADAL" clId="{B7AA4C78-A51A-B44D-8CB9-70D87E8D82FD}" dt="2022-11-21T20:19:39.832" v="15" actId="20577"/>
        <pc:sldMkLst>
          <pc:docMk/>
          <pc:sldMk cId="2192603374" sldId="368"/>
        </pc:sldMkLst>
        <pc:spChg chg="mod">
          <ac:chgData name="Perrault, Andrew" userId="c3796300-6156-40c2-b244-25e7c7215e55" providerId="ADAL" clId="{B7AA4C78-A51A-B44D-8CB9-70D87E8D82FD}" dt="2022-11-21T20:19:39.832" v="15" actId="20577"/>
          <ac:spMkLst>
            <pc:docMk/>
            <pc:sldMk cId="2192603374" sldId="368"/>
            <ac:spMk id="3" creationId="{DEB1DC50-4455-4C67-A61B-DEB809482815}"/>
          </ac:spMkLst>
        </pc:spChg>
      </pc:sldChg>
    </pc:docChg>
  </pc:docChgLst>
  <pc:docChgLst>
    <pc:chgData name="Perrault, Andrew" userId="c3796300-6156-40c2-b244-25e7c7215e55" providerId="ADAL" clId="{55492A76-F21C-4D14-BF60-C00CEA0FBC95}"/>
    <pc:docChg chg="modSld">
      <pc:chgData name="Perrault, Andrew" userId="c3796300-6156-40c2-b244-25e7c7215e55" providerId="ADAL" clId="{55492A76-F21C-4D14-BF60-C00CEA0FBC95}" dt="2022-11-21T15:20:26.729" v="72" actId="20577"/>
      <pc:docMkLst>
        <pc:docMk/>
      </pc:docMkLst>
      <pc:sldChg chg="modSp">
        <pc:chgData name="Perrault, Andrew" userId="c3796300-6156-40c2-b244-25e7c7215e55" providerId="ADAL" clId="{55492A76-F21C-4D14-BF60-C00CEA0FBC95}" dt="2022-11-21T15:18:29.445" v="6" actId="20577"/>
        <pc:sldMkLst>
          <pc:docMk/>
          <pc:sldMk cId="308380037" sldId="366"/>
        </pc:sldMkLst>
        <pc:spChg chg="mod">
          <ac:chgData name="Perrault, Andrew" userId="c3796300-6156-40c2-b244-25e7c7215e55" providerId="ADAL" clId="{55492A76-F21C-4D14-BF60-C00CEA0FBC95}" dt="2022-11-21T15:18:29.445" v="6" actId="20577"/>
          <ac:spMkLst>
            <pc:docMk/>
            <pc:sldMk cId="308380037" sldId="366"/>
            <ac:spMk id="3" creationId="{B684D210-8D63-4437-8E21-81E91ED678B8}"/>
          </ac:spMkLst>
        </pc:spChg>
      </pc:sldChg>
      <pc:sldChg chg="modSp">
        <pc:chgData name="Perrault, Andrew" userId="c3796300-6156-40c2-b244-25e7c7215e55" providerId="ADAL" clId="{55492A76-F21C-4D14-BF60-C00CEA0FBC95}" dt="2022-11-21T15:20:26.729" v="72" actId="20577"/>
        <pc:sldMkLst>
          <pc:docMk/>
          <pc:sldMk cId="2192603374" sldId="368"/>
        </pc:sldMkLst>
        <pc:spChg chg="mod">
          <ac:chgData name="Perrault, Andrew" userId="c3796300-6156-40c2-b244-25e7c7215e55" providerId="ADAL" clId="{55492A76-F21C-4D14-BF60-C00CEA0FBC95}" dt="2022-11-21T15:20:26.729" v="72" actId="20577"/>
          <ac:spMkLst>
            <pc:docMk/>
            <pc:sldMk cId="2192603374" sldId="368"/>
            <ac:spMk id="3" creationId="{DEB1DC50-4455-4C67-A61B-DEB80948281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D6814-BD8A-CB49-BAEA-EB303211CAE9}" type="datetimeFigureOut">
              <a:rPr lang="en-US" smtClean="0"/>
              <a:t>11/21/22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ECFB8-A7C0-E943-AE64-E41800C1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9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3F7F-A249-F443-B60E-AC4643D570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122363"/>
            <a:ext cx="11350171" cy="1250723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&lt;Topic&gt;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60A7-36E2-254F-A320-97BC77E1CF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3028724"/>
            <a:ext cx="11350172" cy="5998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CSE 3521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3CFC8-047F-C941-8585-D09B9904EA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10172" y="5522231"/>
            <a:ext cx="3381828" cy="19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69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A2A7-066E-9046-8121-95F264DC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8D3-1287-3744-8FAF-4A40CD8A8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612906"/>
            <a:ext cx="11724640" cy="45640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B578A5-C01B-5746-8F37-A8507C26D5D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85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3303-7D4B-6B4F-B80C-1ED0C4CFC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40" y="1681163"/>
            <a:ext cx="5702935" cy="456555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4AFBE-D4EB-0E40-8B47-1079AF3A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2505075"/>
            <a:ext cx="5702935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0DBDC-D697-2741-A295-168C772A4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6400" y="1681163"/>
            <a:ext cx="5762879" cy="456544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rgbClr val="C000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3E66BE-92C4-FC4C-AC21-FE8A32C96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400" y="2505075"/>
            <a:ext cx="5762880" cy="368458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C15DA5-5933-2E4C-893D-A908BD32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F5A316-8BF4-6148-A76F-D966A9DBE321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0FDD41-D99A-A14A-836E-655A91E30D8C}"/>
              </a:ext>
            </a:extLst>
          </p:cNvPr>
          <p:cNvCxnSpPr>
            <a:cxnSpLocks/>
          </p:cNvCxnSpPr>
          <p:nvPr userDrawn="1"/>
        </p:nvCxnSpPr>
        <p:spPr>
          <a:xfrm>
            <a:off x="6145428" y="1681163"/>
            <a:ext cx="0" cy="450850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03C1A-2431-1A4A-8332-630616C534BD}"/>
              </a:ext>
            </a:extLst>
          </p:cNvPr>
          <p:cNvCxnSpPr>
            <a:cxnSpLocks/>
          </p:cNvCxnSpPr>
          <p:nvPr userDrawn="1"/>
        </p:nvCxnSpPr>
        <p:spPr>
          <a:xfrm>
            <a:off x="234696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D423DE-EE3D-144E-8305-FAD82E00DC73}"/>
              </a:ext>
            </a:extLst>
          </p:cNvPr>
          <p:cNvCxnSpPr>
            <a:cxnSpLocks/>
          </p:cNvCxnSpPr>
          <p:nvPr userDrawn="1"/>
        </p:nvCxnSpPr>
        <p:spPr>
          <a:xfrm>
            <a:off x="6256401" y="2230186"/>
            <a:ext cx="5762879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979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84DFD9-2B07-AE4F-9A3C-2EEFC6FB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640" y="254000"/>
            <a:ext cx="11724640" cy="915988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2471FE-D852-2441-85E8-46B1B30A4C7F}"/>
              </a:ext>
            </a:extLst>
          </p:cNvPr>
          <p:cNvCxnSpPr/>
          <p:nvPr userDrawn="1"/>
        </p:nvCxnSpPr>
        <p:spPr>
          <a:xfrm>
            <a:off x="296672" y="1348740"/>
            <a:ext cx="11722608" cy="0"/>
          </a:xfrm>
          <a:prstGeom prst="line">
            <a:avLst/>
          </a:prstGeom>
          <a:ln w="317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183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32A6-A96D-DA45-A47A-D02A0A9FC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D3DD-323F-6F4A-9A75-123C3C9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32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EF97-A039-47AF-AEE4-B824A2B6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3000A-DA9C-4AD1-9A0A-B27BD883C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Data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train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test</m:t>
                    </m:r>
                  </m:oMath>
                </a14:m>
                <a:r>
                  <a:rPr lang="en-US" dirty="0"/>
                  <a:t> contains multiple data, where each column is a data instance</a:t>
                </a:r>
              </a:p>
              <a:p>
                <a:pPr lvl="1"/>
                <a:r>
                  <a:rPr lang="en-US" dirty="0"/>
                  <a:t>Each data instance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has already include “1” as its last element</a:t>
                </a:r>
              </a:p>
              <a:p>
                <a:endParaRPr lang="en-US" dirty="0"/>
              </a:p>
              <a:p>
                <a:r>
                  <a:rPr lang="en-US" dirty="0"/>
                  <a:t>Model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sign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binary linear classification. There is no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since it has been included in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Your goal is to find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, using logistic regression and perceptron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F3000A-DA9C-4AD1-9A0A-B27BD883C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0B92-0D92-4F83-AE7E-0F93F6F2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4D210-8D63-4437-8E21-81E91ED678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612906"/>
                <a:ext cx="12236520" cy="5245094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Training data: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m:rPr>
                            <m:brk m:alnAt="7"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sign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Logistic loss: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Minimize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</m:nary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4D210-8D63-4437-8E21-81E91ED67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612906"/>
                <a:ext cx="12236520" cy="5245094"/>
              </a:xfrm>
              <a:blipFill>
                <a:blip r:embed="rId2"/>
                <a:stretch>
                  <a:fillRect l="-897" t="-1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8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0B92-0D92-4F83-AE7E-0F93F6F2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4D210-8D63-4437-8E21-81E91ED678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612906"/>
                <a:ext cx="11724640" cy="524509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to optimize w.r.t.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Gradient descent!</a:t>
                </a: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Loss =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  <a:p>
                <a:r>
                  <a:rPr lang="en-US" b="0" dirty="0"/>
                  <a:t>For t = 1:T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Loss</a:t>
                </a: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b="0" dirty="0"/>
                  <a:t> is the learning rate</a:t>
                </a:r>
                <a:br>
                  <a:rPr lang="en-US" b="0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84D210-8D63-4437-8E21-81E91ED678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612906"/>
                <a:ext cx="11724640" cy="5245094"/>
              </a:xfrm>
              <a:blipFill>
                <a:blip r:embed="rId2"/>
                <a:stretch>
                  <a:fillRect l="-936" t="-1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6D8E4DA-BECB-4B18-B7C6-704D6D68D856}"/>
              </a:ext>
            </a:extLst>
          </p:cNvPr>
          <p:cNvCxnSpPr/>
          <p:nvPr/>
        </p:nvCxnSpPr>
        <p:spPr>
          <a:xfrm flipH="1">
            <a:off x="4986686" y="4259488"/>
            <a:ext cx="1325367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925A073-1274-4AB2-8369-A461F1D7300C}"/>
              </a:ext>
            </a:extLst>
          </p:cNvPr>
          <p:cNvSpPr txBox="1"/>
          <p:nvPr/>
        </p:nvSpPr>
        <p:spPr>
          <a:xfrm>
            <a:off x="6514312" y="4004620"/>
            <a:ext cx="5196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is the what you need to implement!</a:t>
            </a:r>
          </a:p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See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401030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A12F-55A3-4C11-A299-783616109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B1DC50-4455-4C67-A61B-DEB8094828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640" y="1612906"/>
                <a:ext cx="11724640" cy="551310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Loss =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func>
                              <m:func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br>
                  <a:rPr lang="en-US" b="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Caution: </a:t>
                </a:r>
                <a:r>
                  <a:rPr lang="en-US" dirty="0">
                    <a:ea typeface="Cambria Math" panose="02040503050406030204" pitchFamily="18" charset="0"/>
                  </a:rPr>
                  <a:t>be mindful of </a:t>
                </a:r>
                <a:r>
                  <a:rPr lang="en-US" dirty="0"/>
                  <a:t>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dirty="0"/>
                  <a:t>”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Loss and “+ or -” in computing gradients</a:t>
                </a:r>
                <a:br>
                  <a:rPr lang="en-US" dirty="0"/>
                </a:b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B1DC50-4455-4C67-A61B-DEB8094828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640" y="1612906"/>
                <a:ext cx="11724640" cy="5513108"/>
              </a:xfrm>
              <a:blipFill>
                <a:blip r:embed="rId2"/>
                <a:stretch>
                  <a:fillRect l="-974" t="-11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AC1BDE-4BDE-4C6F-9D8B-B9EE93A3143C}"/>
              </a:ext>
            </a:extLst>
          </p:cNvPr>
          <p:cNvCxnSpPr>
            <a:cxnSpLocks/>
          </p:cNvCxnSpPr>
          <p:nvPr/>
        </p:nvCxnSpPr>
        <p:spPr>
          <a:xfrm flipH="1" flipV="1">
            <a:off x="4937760" y="4729655"/>
            <a:ext cx="1561028" cy="354808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444398-6026-4E7E-8152-4FA431A769C4}"/>
              </a:ext>
            </a:extLst>
          </p:cNvPr>
          <p:cNvSpPr txBox="1"/>
          <p:nvPr/>
        </p:nvSpPr>
        <p:spPr>
          <a:xfrm>
            <a:off x="6701046" y="4829595"/>
            <a:ext cx="5196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is the main thing  you need to compute</a:t>
            </a:r>
          </a:p>
        </p:txBody>
      </p:sp>
    </p:spTree>
    <p:extLst>
      <p:ext uri="{BB962C8B-B14F-4D97-AF65-F5344CB8AC3E}">
        <p14:creationId xmlns:p14="http://schemas.microsoft.com/office/powerpoint/2010/main" val="2192603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0826-DE7F-4962-8272-A37E8FBE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D2F16-64FB-4781-BB6F-4D03F900F0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Training data: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m:rPr>
                            <m:brk m:alnAt="7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Model: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sign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For t = 1 : T </a:t>
                </a:r>
              </a:p>
              <a:p>
                <a:pPr lvl="1"/>
                <a:r>
                  <a:rPr lang="en-US" dirty="0"/>
                  <a:t>Loop for all training examples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sign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Update: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aseline="-39482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D2F16-64FB-4781-BB6F-4D03F900F0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6" t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966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290</Words>
  <Application>Microsoft Macintosh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Data and model</vt:lpstr>
      <vt:lpstr>Logistic Regression</vt:lpstr>
      <vt:lpstr>Logistic Regression</vt:lpstr>
      <vt:lpstr>Logistic Regression</vt:lpstr>
      <vt:lpstr>Perceptron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Binte Jafar, Jeniya T.</dc:creator>
  <cp:lastModifiedBy>Perrault, Andrew</cp:lastModifiedBy>
  <cp:revision>304</cp:revision>
  <dcterms:created xsi:type="dcterms:W3CDTF">2020-06-25T19:45:53Z</dcterms:created>
  <dcterms:modified xsi:type="dcterms:W3CDTF">2022-11-21T20:19:45Z</dcterms:modified>
</cp:coreProperties>
</file>